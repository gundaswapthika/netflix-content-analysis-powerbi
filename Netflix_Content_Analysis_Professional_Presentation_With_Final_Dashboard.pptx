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6583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50914"/>
                </a:solidFill>
              </a:defRPr>
            </a:pPr>
            <a:r>
              <a:rPr dirty="0"/>
              <a:t>NETFLIX</a:t>
            </a:r>
          </a:p>
          <a:p>
            <a:pPr>
              <a:defRPr sz="3400" b="1">
                <a:solidFill>
                  <a:srgbClr val="F5F5F5"/>
                </a:solidFill>
              </a:defRPr>
            </a:pPr>
            <a:r>
              <a:rPr dirty="0"/>
              <a:t>CONTENT ANALYSIS</a:t>
            </a:r>
          </a:p>
          <a:p>
            <a:pPr>
              <a:defRPr sz="2000">
                <a:solidFill>
                  <a:srgbClr val="BEBEC6"/>
                </a:solidFill>
              </a:defRPr>
            </a:pPr>
            <a:r>
              <a:rPr dirty="0"/>
              <a:t>POWER BI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05840"/>
            <a:ext cx="4069080" cy="182880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netflix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1078992"/>
            <a:ext cx="3922776" cy="1682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2395728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Dashboard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</a:defRPr>
            </a:pPr>
            <a:r>
              <a:t>Submitted By: Gunda Swapthika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</a:defRPr>
            </a:pPr>
            <a:r>
              <a:t>Trainer Name: Mangali Rakesh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</a:defRPr>
            </a:pPr>
            <a:r>
              <a:t>Tool Used: Microsoft Power BI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</a:defRPr>
            </a:pPr>
            <a:r>
              <a:t>Dataset: Netflix Titles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0914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A clear story from raw data to dashboard insights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325880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307592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01  Introduction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04872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2386584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02  Project Objective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483863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3465575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03  Dataset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62856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4544568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04  Data Cleaning &amp; Transformation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1325880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1307592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05  Data Analysis &amp; Visualizations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2404872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2386584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06  Power BI Dashboard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3483863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3465575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07  Key Insights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4562856"/>
            <a:ext cx="475488" cy="475488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4544568"/>
            <a:ext cx="4297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08  Conclusion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Turning Netflix catalog data into an easy-to-understand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Netflix provides a large and diverse catalog of movies and TV shows across many countries, ratings and genres.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This project uses the Netflix Titles dataset to explore the structure and distribution of that catalog.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Microsoft Power BI is used to prepare, analyze and visualize the data in an interactive dashboard.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The goal is not only to display numbers, but to identify useful patterns that can be communicated clearly.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The final dashboard brings the most important measures and comparisons together on one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474720" cy="214884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etflix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1490472"/>
            <a:ext cx="3328415" cy="2002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0" y="31272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Movies vs TV 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703320"/>
            <a:ext cx="3474720" cy="196596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netflix_gen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3776472"/>
            <a:ext cx="3328415" cy="18196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280" y="523036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Genre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2. 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Questions the analysis is designed to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406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5F5F5"/>
                </a:solidFill>
              </a:defRPr>
            </a:pPr>
            <a:r>
              <a:t>• How much content is represented in the dataset?</a:t>
            </a:r>
          </a:p>
          <a:p>
            <a:pPr>
              <a:spcAft>
                <a:spcPts val="1300"/>
              </a:spcAft>
              <a:defRPr sz="1800">
                <a:solidFill>
                  <a:srgbClr val="F5F5F5"/>
                </a:solidFill>
              </a:defRPr>
            </a:pPr>
            <a:r>
              <a:t>• What is the split between Movies and TV Shows?</a:t>
            </a:r>
          </a:p>
          <a:p>
            <a:pPr>
              <a:spcAft>
                <a:spcPts val="1300"/>
              </a:spcAft>
              <a:defRPr sz="1800">
                <a:solidFill>
                  <a:srgbClr val="F5F5F5"/>
                </a:solidFill>
              </a:defRPr>
            </a:pPr>
            <a:r>
              <a:t>• Which ratings appear most frequently?</a:t>
            </a:r>
          </a:p>
          <a:p>
            <a:pPr>
              <a:spcAft>
                <a:spcPts val="1300"/>
              </a:spcAft>
              <a:defRPr sz="1800">
                <a:solidFill>
                  <a:srgbClr val="F5F5F5"/>
                </a:solidFill>
              </a:defRPr>
            </a:pPr>
            <a:r>
              <a:t>• Which genres or categories have the largest title counts?</a:t>
            </a:r>
          </a:p>
          <a:p>
            <a:pPr>
              <a:spcAft>
                <a:spcPts val="1300"/>
              </a:spcAft>
              <a:defRPr sz="1800">
                <a:solidFill>
                  <a:srgbClr val="F5F5F5"/>
                </a:solidFill>
              </a:defRPr>
            </a:pPr>
            <a:r>
              <a:t>• Which countries contribute the most titles?</a:t>
            </a:r>
          </a:p>
          <a:p>
            <a:pPr>
              <a:spcAft>
                <a:spcPts val="1300"/>
              </a:spcAft>
              <a:defRPr sz="1800">
                <a:solidFill>
                  <a:srgbClr val="F5F5F5"/>
                </a:solidFill>
              </a:defRPr>
            </a:pPr>
            <a:r>
              <a:t>• How does content vary across release years?</a:t>
            </a:r>
          </a:p>
          <a:p>
            <a:pPr>
              <a:spcAft>
                <a:spcPts val="1300"/>
              </a:spcAft>
              <a:defRPr sz="1800">
                <a:solidFill>
                  <a:srgbClr val="F5F5F5"/>
                </a:solidFill>
              </a:defRPr>
            </a:pPr>
            <a:r>
              <a:t>• How can these findings be presented in a professional interactive dashboard?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554480"/>
            <a:ext cx="2468880" cy="3566160"/>
          </a:xfrm>
          <a:prstGeom prst="roundRect">
            <a:avLst/>
          </a:prstGeom>
          <a:solidFill>
            <a:srgbClr val="18181E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15400" y="1874519"/>
            <a:ext cx="201168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5F5F5"/>
                </a:solidFill>
              </a:defRPr>
            </a:pPr>
            <a:r>
              <a:t>DATA</a:t>
            </a:r>
          </a:p>
          <a:p>
            <a:pPr algn="ctr">
              <a:spcAft>
                <a:spcPts val="800"/>
              </a:spcAft>
              <a:defRPr sz="2300" b="1">
                <a:solidFill>
                  <a:srgbClr val="E50914"/>
                </a:solidFill>
              </a:defRPr>
            </a:pPr>
            <a:r>
              <a:t>→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F5F5F5"/>
                </a:solidFill>
              </a:defRPr>
            </a:pPr>
            <a:r>
              <a:t>ANALYSIS</a:t>
            </a:r>
          </a:p>
          <a:p>
            <a:pPr algn="ctr">
              <a:spcAft>
                <a:spcPts val="800"/>
              </a:spcAft>
              <a:defRPr sz="2300" b="1">
                <a:solidFill>
                  <a:srgbClr val="E50914"/>
                </a:solidFill>
              </a:defRPr>
            </a:pPr>
            <a:r>
              <a:t>→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F5F5F5"/>
                </a:solidFill>
              </a:defRPr>
            </a:pPr>
            <a:r>
              <a:t>VISUALS</a:t>
            </a:r>
          </a:p>
          <a:p>
            <a:pPr algn="ctr">
              <a:spcAft>
                <a:spcPts val="800"/>
              </a:spcAft>
              <a:defRPr sz="2300" b="1">
                <a:solidFill>
                  <a:srgbClr val="E50914"/>
                </a:solidFill>
              </a:defRPr>
            </a:pPr>
            <a:r>
              <a:t>→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F5F5F5"/>
                </a:solidFill>
              </a:defRPr>
            </a:pPr>
            <a:r>
              <a:t>INSIGHTS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3.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Netflix Titles Dataset used for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468880" cy="105156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63039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TOTAL RECORDS</a:t>
            </a:r>
          </a:p>
          <a:p>
            <a:pPr>
              <a:defRPr sz="2200" b="1">
                <a:solidFill>
                  <a:srgbClr val="F5F5F5"/>
                </a:solidFill>
              </a:defRPr>
            </a:pPr>
            <a:r>
              <a:t>8,807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468880" cy="105156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7288" y="1463039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COLUMNS</a:t>
            </a:r>
          </a:p>
          <a:p>
            <a:pPr>
              <a:defRPr sz="2200" b="1">
                <a:solidFill>
                  <a:srgbClr val="F5F5F5"/>
                </a:solidFill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25880"/>
            <a:ext cx="2468880" cy="105156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9048" y="1463039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RATINGS</a:t>
            </a:r>
          </a:p>
          <a:p>
            <a:pPr>
              <a:defRPr sz="2200" b="1">
                <a:solidFill>
                  <a:srgbClr val="F5F5F5"/>
                </a:solidFill>
              </a:defRPr>
            </a:pPr>
            <a: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325880"/>
            <a:ext cx="2468880" cy="105156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50807" y="1463039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COUNTRIES</a:t>
            </a:r>
          </a:p>
          <a:p>
            <a:pPr>
              <a:defRPr sz="2200" b="1">
                <a:solidFill>
                  <a:srgbClr val="F5F5F5"/>
                </a:solidFill>
              </a:defRPr>
            </a:pPr>
            <a:r>
              <a:t>127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Core fields include show_id, type, title, director, cast, country, date_added, release_year, rating, duration, listed_in and description.</a:t>
            </a:r>
          </a:p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The release-year range is 1925 to 2021.</a:t>
            </a:r>
          </a:p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The dataset contains 6,131 Movies and 2,676 TV Shows.</a:t>
            </a:r>
          </a:p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The dataset contains both categorical and numeric/date fields, making it suitable for exploratory visual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743200"/>
            <a:ext cx="3566160" cy="233172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netflix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2816352"/>
            <a:ext cx="3419856" cy="21854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80" y="463600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Country distribution visual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4. DATA CLEANING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Preparing the raw data for reliable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81328" y="130759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307592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BEC6"/>
                </a:solidFill>
              </a:defRPr>
            </a:pPr>
            <a:r>
              <a:t>Checked structure, columns and values.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258568"/>
            <a:ext cx="502920" cy="50292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81328" y="224027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40279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BEC6"/>
                </a:solidFill>
              </a:defRPr>
            </a:pPr>
            <a:r>
              <a:t>Reviewed missing values and data quality.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191256"/>
            <a:ext cx="502920" cy="50292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1328" y="317296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172968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BEC6"/>
                </a:solidFill>
              </a:defRPr>
            </a:pPr>
            <a:r>
              <a:t>Prepared date, numeric and text fields.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23944"/>
            <a:ext cx="502920" cy="50292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81328" y="410565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105656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BEC6"/>
                </a:solidFill>
              </a:defRPr>
            </a:pPr>
            <a:r>
              <a:t>Prepared multi-value country and genre fields for analysis.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56632"/>
            <a:ext cx="502920" cy="502920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81328" y="503834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038344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BEC6"/>
                </a:solidFill>
              </a:defRPr>
            </a:pPr>
            <a:r>
              <a:t>Configured fields for Power BI visuals and measures.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417320"/>
            <a:ext cx="2148840" cy="192024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netflix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32" y="1490472"/>
            <a:ext cx="2002536" cy="17739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5440" y="2898648"/>
            <a:ext cx="1874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Prepared visual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70332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Goal</a:t>
            </a:r>
          </a:p>
          <a:p>
            <a:pPr>
              <a:defRPr sz="1500">
                <a:solidFill>
                  <a:srgbClr val="F5F5F5"/>
                </a:solidFill>
              </a:defRPr>
            </a:pPr>
            <a:r>
              <a:t>Make the data consistent and analysis-ready.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5. DATA ANALYSIS &amp;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Using different visual types for different analytical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66360" cy="201168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0876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CONTENT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</a:defRPr>
            </a:pPr>
            <a:r>
              <a:t>6,131 Movies</a:t>
            </a:r>
            <a:br/>
            <a:r>
              <a:t>2,676 TV Shows</a:t>
            </a:r>
          </a:p>
        </p:txBody>
      </p:sp>
      <p:pic>
        <p:nvPicPr>
          <p:cNvPr id="9" name="Picture 8" descr="netflix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54480"/>
            <a:ext cx="2240280" cy="1508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325880"/>
            <a:ext cx="5166360" cy="201168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GENRES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</a:defRPr>
            </a:pPr>
            <a:r>
              <a:t>Compare category</a:t>
            </a:r>
            <a:br/>
            <a:r>
              <a:t>title counts</a:t>
            </a:r>
          </a:p>
        </p:txBody>
      </p:sp>
      <p:pic>
        <p:nvPicPr>
          <p:cNvPr id="13" name="Picture 12" descr="netflix_gen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554480"/>
            <a:ext cx="2240280" cy="15087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3657600"/>
            <a:ext cx="5166360" cy="201168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84048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RATINGS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4340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</a:defRPr>
            </a:pPr>
            <a:r>
              <a:t>Identify the most</a:t>
            </a:r>
            <a:br/>
            <a:r>
              <a:t>common ratings</a:t>
            </a:r>
          </a:p>
        </p:txBody>
      </p:sp>
      <p:pic>
        <p:nvPicPr>
          <p:cNvPr id="17" name="Picture 16" descr="netflix_ra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886200"/>
            <a:ext cx="2240280" cy="15087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17920" y="3657600"/>
            <a:ext cx="5166360" cy="201168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50914"/>
                </a:solidFill>
              </a:defRPr>
            </a:pPr>
            <a:r>
              <a:t>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43400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</a:defRPr>
            </a:pPr>
            <a:r>
              <a:t>Compare leading</a:t>
            </a:r>
            <a:br/>
            <a:r>
              <a:t>country contributions</a:t>
            </a:r>
          </a:p>
        </p:txBody>
      </p:sp>
      <p:pic>
        <p:nvPicPr>
          <p:cNvPr id="21" name="Picture 20" descr="netflix_count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3886200"/>
            <a:ext cx="2240280" cy="150876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6.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Final interactive dashboard developed in Power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27080" cy="525780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053327"/>
            <a:ext cx="10652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Final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11183112" cy="5440680"/>
          </a:xfrm>
          <a:prstGeom prst="roundRect">
            <a:avLst/>
          </a:prstGeom>
          <a:solidFill>
            <a:srgbClr val="18181E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de0bd6e-d17c-4528-957b-c7197bd5d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98448"/>
            <a:ext cx="10945368" cy="5184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58200" y="6199632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50914"/>
                </a:solidFill>
              </a:defRPr>
            </a:pPr>
            <a:r>
              <a:t>Final Power BI 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7.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What the analysis tells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7406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Movies account for 69.62% of the catalog, compared with 30.38% for TV Shows.</a:t>
            </a:r>
          </a:p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TV-MA is the most common rating with 3,207 titles; TV-14 follows with 2,160.</a:t>
            </a:r>
          </a:p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International Movies is the most frequent individual genre/category value with 2,752 titles.</a:t>
            </a:r>
          </a:p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The United States has the highest individual country count with 3,689 titles, followed by India with 1,046.</a:t>
            </a:r>
          </a:p>
          <a:p>
            <a:pPr>
              <a:spcAft>
                <a:spcPts val="1300"/>
              </a:spcAft>
              <a:defRPr sz="1600">
                <a:solidFill>
                  <a:srgbClr val="F5F5F5"/>
                </a:solidFill>
              </a:defRPr>
            </a:pPr>
            <a:r>
              <a:t>• The dataset spans 1925–2021, and the highest single release-year count is 1,147 titles in 2018.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2834640" cy="201168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etflix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1490472"/>
            <a:ext cx="2688336" cy="1865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299008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Ratings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657600"/>
            <a:ext cx="2834640" cy="182880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netflix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3730752"/>
            <a:ext cx="2688336" cy="16824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0" y="504748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Release-year trend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C6"/>
                </a:solidFill>
              </a:defRPr>
            </a:pPr>
            <a:r>
              <a:t>From raw records to a clear data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406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The project shows how Power BI can transform a real-world entertainment dataset into a professional analytical dashboard.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The dashboard combines summary cards with comparisons of content type, genres, ratings, countries and release years.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The analysis highlights clear differences in content mix and provides a concise way to communicate major patterns.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The project demonstrates practical skills in data preparation, Power Query, visualization, dashboard design and insight generation.</a:t>
            </a:r>
          </a:p>
          <a:p>
            <a:pPr>
              <a:spcAft>
                <a:spcPts val="1300"/>
              </a:spcAft>
              <a:defRPr sz="1700">
                <a:solidFill>
                  <a:srgbClr val="F5F5F5"/>
                </a:solidFill>
              </a:defRPr>
            </a:pPr>
            <a:r>
              <a:t>• The dashboard can be extended in future with advanced DAX, slicers, drill-through pages and additional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828800"/>
            <a:ext cx="2788920" cy="150876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etflix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1901952"/>
            <a:ext cx="2642615" cy="1362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289864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Project KPI 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E50914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5F5F5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886200"/>
            <a:ext cx="4160520" cy="1508760"/>
          </a:xfrm>
          <a:prstGeom prst="roundRect">
            <a:avLst/>
          </a:prstGeom>
          <a:solidFill>
            <a:srgbClr val="18181E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netflix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959352"/>
            <a:ext cx="4014215" cy="1362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4956048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BEC6"/>
                </a:solidFill>
              </a:defRPr>
            </a:pPr>
            <a:r>
              <a:t>Netflix Content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716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2026-09-09T09:18:22Z</dcterms:modified>
  <cp:category/>
</cp:coreProperties>
</file>